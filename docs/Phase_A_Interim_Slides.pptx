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Wi-Fi CSI Presence &amp; Activity 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Phase A interim — single-link characterization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One Wi-Fi link: two ESP32-C3 boards (2.4 GHz, single antenna). One transmits a steady ~100 Hz stream; the other reports CSI for 52 subcarriers at ~97 Hz.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Library study room. Five configurations = different board placements and antenna orientations (the system must not depend on one exact placement).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Each configuration runs the same script: empty / stand / sit / walk / run.  Five sessions, ~1,400 analysis windows (2 s each).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Method: per-window features → random forest, calibrated against the room’s own empty baseline. Tested on a configuration never seen in training (leave-one-session-out) — the honest measure of generalization.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Presence works; raw CSI alone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612" y="1234440"/>
            <a:ext cx="8332469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120640"/>
            <a:ext cx="1054577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•  Presence on an unseen configuration: 94% accuracy, 0.89 balanced.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•  Without calibration the model just answers “occupied” (0.52 balanced) — calibrating against the empty room is what makes CSI usable.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•  Activity (5 classes) is far harder at ~0.50, though still ahead of RSSI-only (0.42) and raw CSI (0.38).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Presence: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presence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17" y="1371600"/>
            <a:ext cx="545752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20116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Occupied is caught 96% of the time (1077 / 1127).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Empty is confirmed 83% of the time (116 / 140).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The residual error is calling a truly empty room “occupied” — the harder direction.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Numbers pooled over all five held-out configurations.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Where activity classification breaks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perclass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4732"/>
            <a:ext cx="5852160" cy="405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201168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Empty, standing and walking are recognizable (0.53–0.88 recall).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Sitting (0.28) is confused with standing; running (0.14) with walking.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A single 2.4 GHz link cannot separate fine motion classes.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This is the main argument for adding a 2nd and 3rd receiver.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Calibration detail: the empty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baselin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4732"/>
            <a:ext cx="5852160" cy="405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201168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The empty-room signal is stable within a session (&gt;0.999 correlation).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But a short one-shot empty capture underestimates normal variation and over-reports occupancy (empty recall 0.32).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A longer, representative empty baseline restores it (0.83).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Deployment rule: record a longer baseline at install, not one snapshot.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Status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Interim snapshot: one room, one subject, one session per configuration — no confidence intervals yet.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Solid today: presence detection, robust across placements once calibrated.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Not yet: fine activity classification with a single link.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Next: more configurations (for confidence intervals), more sit/run data, then a 2nd and 3rd receiver for motion coverage, followed by other rooms and subjects.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