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Wi-Fi CSI Presence &amp; Activity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U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pdate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810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D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oes the trained model plug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play onto a different antenna, or a different device?</a:t>
            </a: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Running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the same placement/activity 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program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with two antennas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, t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he stock ESP32C3 antenna and a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Taoglas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unit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.</a:t>
            </a:r>
            <a:endParaRPr sz="19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R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an a protocol comparison across 10 model families (classical and deep) to </a:t>
            </a:r>
            <a:r>
              <a:rPr lang="en-US" sz="1900" b="0" dirty="0">
                <a:solidFill>
                  <a:srgbClr val="000000"/>
                </a:solidFill>
                <a:latin typeface="Arial"/>
              </a:rPr>
              <a:t>compare the various models and see if the random forest model was still a good choice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646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CSI packets logged: 669,353</a:t>
            </a: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Labeled 2-second analysis windows: 4,971</a:t>
            </a: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Classes: empty, stand, sit, walk, run</a:t>
            </a:r>
          </a:p>
          <a:p>
            <a:pPr>
              <a:spcAft>
                <a:spcPts val="10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•  One subject, two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/three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library study rooms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Model Comparison</a:t>
            </a:r>
            <a:endParaRPr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194034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51234" y="1303020"/>
            <a:ext cx="5373531" cy="196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•  Ten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different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model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s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 using the exact same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data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,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calibration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, and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evaluation </a:t>
            </a: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•  Cross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placement activity is model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independent (0.37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0.46 balanced across every model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)</a:t>
            </a:r>
            <a:endParaRPr sz="15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•  Presence 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is better with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the engineered features (0.75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–0.84) over raw deep nets (1D-CNN 0.59, GRU 0.64) random forest stays at or near the top for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Tree Visualization</a:t>
            </a:r>
            <a:endParaRPr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1_tre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08208"/>
            <a:ext cx="11643055" cy="3950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54577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•  This is tree #1 of the actual model 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we are using showing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all 1,699 real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Most Important Features</a:t>
            </a:r>
            <a:endParaRPr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0099"/>
            <a:ext cx="658059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87369" y="1371600"/>
            <a:ext cx="4607782" cy="27135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All of the t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op features are all deviation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from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empty measures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like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max/mean relative amplitude change, overall L2 deviation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which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shows that the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empt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y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baseline calibration is doing the heavy lifting.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000000"/>
                </a:solidFill>
                <a:latin typeface="Arial"/>
              </a:rPr>
              <a:t>•  Individual subcarriers matter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as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well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but no single one dominates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since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the signal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s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is spread across the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Stock vs. Taoglas: per-install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8_confusion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04" y="1188720"/>
            <a:ext cx="877192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10545775" cy="13285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000000"/>
                </a:solidFill>
                <a:latin typeface="Arial"/>
              </a:rPr>
              <a:t>•  Each antenna calibrated and evaluated on its own recordings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stock 0.72 balanced,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Taoglas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0.77 balanced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and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both antennas work fine on their own.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Taoglas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link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had a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consistently stronger 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signal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about 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10 dB better RSSI) and scored slightly higher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.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S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ame confusions in both (sit/stand, walk/run).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Plug and Play?</a:t>
            </a:r>
            <a:endParaRPr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9_antenna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3180"/>
            <a:ext cx="6766560" cy="432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407812"/>
            <a:ext cx="4750077" cy="288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5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From the dataset we have right now, t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he ESP32 stock antenna and the </a:t>
            </a:r>
            <a:r>
              <a:rPr lang="en-US" sz="1500" b="0" dirty="0" err="1">
                <a:solidFill>
                  <a:srgbClr val="000000"/>
                </a:solidFill>
                <a:latin typeface="Arial"/>
              </a:rPr>
              <a:t>Taoglas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antenna each work well calibrated on their own data, but a model trained on one and dropped onto the other, with no retraining, does no do well.</a:t>
            </a:r>
            <a:endParaRPr sz="15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000000"/>
                </a:solidFill>
                <a:latin typeface="Arial"/>
              </a:rPr>
              <a:t>•  A new antenna or device is not a drop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in swap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as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CSI is hardware</a:t>
            </a:r>
            <a:r>
              <a:rPr lang="en-US"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specific. What transfers is the method, not the trained model.</a:t>
            </a:r>
            <a:endParaRPr lang="en-US" sz="15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/>
              </a:rPr>
              <a:t>I will continue to expand the dataset and see if this problem is cause by a lack of data or it truly is not plug and play.</a:t>
            </a:r>
            <a:endParaRPr sz="15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448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Dylan Dhawan</cp:lastModifiedBy>
  <cp:revision>2</cp:revision>
  <dcterms:created xsi:type="dcterms:W3CDTF">2013-01-27T09:14:16Z</dcterms:created>
  <dcterms:modified xsi:type="dcterms:W3CDTF">2026-07-22T14:56:18Z</dcterms:modified>
  <cp:category/>
</cp:coreProperties>
</file>