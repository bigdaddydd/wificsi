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Arial"/>
              </a:rPr>
              <a:t>Wi-Fi CSI Presence &amp; Activity 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Arial"/>
              </a:rPr>
              <a:t>End-of-week update — model comparison &amp; antenna portability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Question from leadership: does the trained model plug-and-play onto a different antenna, or a different capture device entirely?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Ran the same placement/activity protocol with two antennas — the stock ESP32-C3 antenna and a Taoglas unit — at three positions in the same room.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Also ran a fixed-protocol comparison across 10 model families (classical and deep) to answer a standing question: is random forest still the right choice, or would a fancier model do better?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Both experiments below use the same recipe as always: per-config empty-room calibration, leave-one-config-out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The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Configurations (placement × orientation): 14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Recording sessions: 20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Total recording time: ~113 min (~1.9 hours)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CSI packets logged: 669,353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Labeled 2-second analysis windows: 4,971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Classes: empty, stand, sit, walk, run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One subject, two library study rooms — a weak-link room and one range-limited configuration were excluded (documented separately), so every number above is from links that held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Why we still use a random forest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7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830" y="1188720"/>
            <a:ext cx="6194034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2120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Ten model families, same data / calibration / evaluation — only the classifier changes.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Cross-placement activity is model-independent (0.37–0.46 balanced across every model); no algorithm breaks out.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Presence favors the engineered features (0.75–0.84) over raw deep nets (1D-CNN 0.59, GRU 0.64) — random forest stays at or near the top for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Inside the model: the whole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1_tre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08208"/>
            <a:ext cx="11643055" cy="39501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This is tree #1 of the actual 300-tree production model — all 1,699 real nodes, nothing cut off; the top rows show real thresholds, the fan below is the same real tree continuing down to depth 36.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Which features the model actually uses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0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06" y="1280160"/>
            <a:ext cx="6820746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2103120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Top features are all deviation-from-empty measures (max/mean relative amplitude change, overall L2 deviation) — confirms the empty-baseline calibration is doing the heavy lifting.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Individual subcarriers matter too, but no single one dominates — the signal is spread across the channel, which is why the model needs many subcarriers rather than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Stock vs. Taoglas: per-install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8_confusion_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886" y="1188720"/>
            <a:ext cx="8771922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86400"/>
            <a:ext cx="1054577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Each antenna calibrated and evaluated on its own recordings (per-install, 5-fold): stock 0.72 balanced, Taoglas 0.77 balanced — both antennas work fine on their own.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•  Taoglas link was consistently stronger (~10 dB better RSSI) and scored slightly higher; same confusions in both (sit/stand, walk/run).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Does it plug-and-play onto a new antenna?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9_antenna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13180"/>
            <a:ext cx="6766560" cy="4323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85216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No. The ESP32 stock antenna and the Taoglas antenna each work well calibrated on their own data — but a model trained on one and dropped onto the other, with no retraining, collapses to near-random.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A new antenna or device is not a drop-in swap: CSI is hardware-specific. What transfers is the method, not the trained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rial"/>
              </a:rPr>
              <a:t>Status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8585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Model choice is settled: random forest remains the right tool at this data scale — the ceiling is the single-antenna sensor, not the algorithm.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Antenna portability question answered directly: retraining on the new antenna’s own data works, reusing the old antenna’s trained model does not — set that expectation with any new hardware.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Continuing antenna recordings at more positions to firm up the result.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•  Next: 2nd/3rd receiver validation (spare hardware on hand) — the lever for both coverage and fine-activity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