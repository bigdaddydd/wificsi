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1F4E79"/>
                </a:solidFill>
              </a:rPr>
              <a:t>Wi-Fi CSI Presence Sensing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520440"/>
            <a:ext cx="411480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222222"/>
                </a:solidFill>
              </a:rPr>
              <a:t>Weekly progress — what a single ESP32 can and cannot do</a:t>
            </a:r>
          </a:p>
          <a:p>
            <a:r>
              <a:rPr sz="1500">
                <a:solidFill>
                  <a:srgbClr val="666666"/>
                </a:solidFill>
              </a:rPr>
              <a:t>Dylan Dhawan  •  June 25,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Goal &amp; What is CSI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274320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The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74519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Turn ordinary Wi-Fi into a presence / motion sensor — no cameras or wearables.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Roadmap: presence → activity → people-counting → coarse localization.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Master 1 ESP link first, then scale to 2 and 3.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Build methods that can transfer to better radios later.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37160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What is CSI?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874519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Wi-Fi (20 MHz) splits into 64 subcarriers via OFDM (~52 usable).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Each packet → the channel measured per subcarrier (amplitude + phase).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That matrix is the Channel State Information (CSI).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Far richer than RSSI (a single signal-strength number).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The ESP32-C3 exposes raw CSI — a ~$5 chip becomes a sensor.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How we read information from CSI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274320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ectrogram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554480"/>
            <a:ext cx="10515600" cy="44889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8061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Wi-Fi reflects off walls, furniture, and bodies (multipath). A static room gives stable CSI; a person or motion constantly changes it. We sample CSI ~100x/sec and analyze the change over time. Left: empty room (stable bands). Right: a moving person (rapid changes / Doppler ripples).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Telling actions apart in the CSI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274320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ectrogram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554480"/>
            <a:ext cx="10515600" cy="3608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3003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Empty = stable. A still, standing person = a subtle change — the model relies on small, slow fluctuations rather than obvious motion. Moving = large, rapid, broadband changes. These differences are what the model learns to separate.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Our Setup &amp; Data Collection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274320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2x Seeed XIAO ESP32-C3 (2.4 GHz, 20 MHz): one transmits, one receives — a single Wi-Fi link.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Custom firmware: fixed channel, MAC-filtered, steady 100 Hz; 0 dropped packets to the laptop.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A webcam records alongside the CSI, time-stamped on the same clock.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Pose estimation (Ultralytics YOLO11-pose, COCO-pretrained) auto-labels each moment empty / still / moving.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Result: thousands of time-aligned, labeled CSI windows with almost no manual effort.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Tested across 3 link placements in one conference room.</a:t>
            </a:r>
          </a:p>
        </p:txBody>
      </p:sp>
      <p:pic>
        <p:nvPicPr>
          <p:cNvPr id="5" name="Picture 4" descr="Picture of set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303520" cy="3993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620871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</a:rPr>
              <a:t>TX and RX boards on the wall; laptop logs CSI between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The model &amp; how we train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274320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CSI is sliced into 2-second windows (~200 samples x 52 subcarriers).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Features per window: amplitude variability (motion), deviation from an “empty” baseline (presence), and low-frequency fluctuation energy 0.15-0.5 Hz (helps catch still occupants).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Per-setup calibration: record a few seconds of empty at install, then subtract &amp; scale-normalize — this is what lets one model work across different placements.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Classifier: Random Forest — robust on modest data and interpretable.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Validation: train on some setups, test on a completely unseen one (leave-one-out) — measures real-world generalization, not memorization of one room.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663440"/>
            <a:ext cx="2032345" cy="1143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22222"/>
                </a:solidFill>
              </a:rPr>
              <a:t>CSI stream
@ 100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5265" y="4663440"/>
            <a:ext cx="256032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91297" y="4663440"/>
            <a:ext cx="2032345" cy="1143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22222"/>
                </a:solidFill>
              </a:rPr>
              <a:t>2-second
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3642" y="4663440"/>
            <a:ext cx="256032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9674" y="4663440"/>
            <a:ext cx="2032345" cy="1143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22222"/>
                </a:solidFill>
              </a:rPr>
              <a:t>Features:
motion, low-freq,
empty-deviation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019" y="4663440"/>
            <a:ext cx="256032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8051" y="4663440"/>
            <a:ext cx="2032345" cy="1143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22222"/>
                </a:solidFill>
              </a:rPr>
              <a:t>Per-setup
calibration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00396" y="4663440"/>
            <a:ext cx="256032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56428" y="4663440"/>
            <a:ext cx="2032345" cy="1143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22222"/>
                </a:solidFill>
              </a:rPr>
              <a:t>Random Forest
→ empty / still / moving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What 1 ESP is good 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274320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Reliable presence detection — including a still, standing person (no movement required).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~81% accuracy when tested within a setup it trained on.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~73% on a brand-new link placement, after a quick empty-room calibration.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Very high “someone is here” recall — rarely misses an occupant.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Generalizes across placements once calibrated — a key step toward portability.</a:t>
            </a:r>
          </a:p>
        </p:txBody>
      </p:sp>
      <p:pic>
        <p:nvPicPr>
          <p:cNvPr id="5" name="Picture 4" descr="presenc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303520" cy="34759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Where 1 ESP falls flat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274320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Motion is only sensed near the link — detection drops to ~0% as a person moves away.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Distinguishing motion far from the link is unreliable (the radio simply doesn’t “see” it).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People-counting and precise location are not dependable with a single link.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One link covers only a slice of the room — large blind spots remain.</a:t>
            </a:r>
          </a:p>
        </p:txBody>
      </p:sp>
      <p:pic>
        <p:nvPicPr>
          <p:cNvPr id="5" name="Picture 4" descr="coverag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303520" cy="36502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Why more ESPs — and 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274320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Why we need more ESPs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74519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Each link covers a different region; together they fill each other’s blind spots.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Fusing 2-3 links → whole-room motion &amp; position coverage, people counting, robustness.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Coverage data is the concrete evidence: one link physically cannot cover the room.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More viewpoints also stabilize presence accuracy across the space.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37160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874519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Add the 2nd ESP; directly measure the coverage / accuracy gain.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More setups + a cleaner generalization test to firm up the ~73% cross-placement number.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Begin fusing multiple links; explore people-counting and coarse localization.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Short methodology write-up: capture → auto-labeling → calibration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1F4E79"/>
                </a:solidFill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566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</a:rPr>
              <a:t>Backup detail — pull up only if asked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Appendix — Model &amp; training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274320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Trained on 12 sessions (~35-40 min of CSI) → ~1,900 labeled 2-second windows.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3 link placements, one conference room, one person; labels auto-generated by webcam + YOLO-pose.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Features per window: amplitude variability (motion), deviation from an empty baseline (presence), low-frequency energy 0.15-0.5 Hz, and a per-setup calibration.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Classifier: Random Forest (400 trees) — strong on modest tabular data, interpretable, no scaling needed.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Validation: leave-one-out; hardest test trains on 2 placements and tests on a brand-new 3rd.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To try later: gradient boosting (XGBoost/LightGBM); CNN/LSTM with much more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Appendix — Accuracy &amp; stats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274320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554480"/>
          <a:ext cx="10332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274320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Same setup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New placement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Presence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Occupied recall (catches a person)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0.94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0.86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Empty 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0.53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222"/>
                          </a:solidFill>
                        </a:rPr>
                        <a:t>Balanced accuracy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0.77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</a:rPr>
                        <a:t>0.70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2062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3-class (empty / still / moving): ~61-67%.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Motion (moving vs. still): weak (~0.2-0.4 recall); ~0% far from the link.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A naive random-split test would read ~99% (memorizes the room) — we report held-out numbers.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Model leans cautious: rarely misses a person, more likely to false-alarm an empty room.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Appendix — OFDM, the basis of CSI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274320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Wi-Fi splits its 20 MHz channel into 64 subcarriers (~52 usable), sent in parallel — that is OFDM.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“Orthogonal” = the tones are spaced so they don’t interfere (each peak sits on its neighbours’ zeros).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The receiver measures the channel at each subcarrier → those ~52 values ARE the CSI (vs. RSSI’s one number).</a:t>
            </a:r>
          </a:p>
        </p:txBody>
      </p:sp>
      <p:pic>
        <p:nvPicPr>
          <p:cNvPr id="5" name="Picture 4" descr="ofdm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807" y="3017520"/>
            <a:ext cx="9784080" cy="37151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Appendix — External datasets &amp;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274320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Public CSI datasets exist: Widar3.0, SignFi, UT-HAR, FallDeFi, WiAR.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Caveat: mostly different hardware (e.g. Intel 5300: 30 subcarriers, 3 antennas) and rooms — CSI is hardware- and environment-specific.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We showed our own model breaks just by moving the link, so external data won’t directly raise our ESP32 accuracy.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Useful for: feature/architecture ideas, benchmarking, and later transfer-learning — not plug-and-play.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 No good drop-in pretrained CSI model for ESP32; the value online is in methods, not weights.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